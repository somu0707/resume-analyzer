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377440"/>
            <a:ext cx="5943600" cy="5943600"/>
          </a:xfrm>
          <a:prstGeom prst="ellipse">
            <a:avLst/>
          </a:prstGeom>
          <a:solidFill>
            <a:srgbClr val="6C4BC7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023360"/>
            <a:ext cx="3840480" cy="3840480"/>
          </a:xfrm>
          <a:prstGeom prst="ellipse">
            <a:avLst/>
          </a:prstGeom>
          <a:solidFill>
            <a:srgbClr val="3E7CFF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AI-POWERED RESUME ANALYSIS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Resume Analyzer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31012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Serverless AI-Powered Resume Analysis Platform Using AWS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3949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Uday Kiran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Siva Sai Nikhil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Guru Brahma Chari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20640" y="53949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Soma Sekhara Chari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Lakshmana Chari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749808"/>
          </a:xfrm>
          <a:prstGeom prst="roundRect">
            <a:avLst>
              <a:gd name="adj" fmla="val 14634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37944"/>
            <a:ext cx="457200" cy="457200"/>
          </a:xfrm>
          <a:prstGeom prst="ellipse">
            <a:avLst/>
          </a:prstGeom>
          <a:solidFill>
            <a:srgbClr val="6C4B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691640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257800" cy="749808"/>
          </a:xfrm>
          <a:prstGeom prst="roundRect">
            <a:avLst>
              <a:gd name="adj" fmla="val 14634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752344"/>
            <a:ext cx="457200" cy="457200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2606040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5257800" cy="749808"/>
          </a:xfrm>
          <a:prstGeom prst="roundRect">
            <a:avLst>
              <a:gd name="adj" fmla="val 14634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6C4BC7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3520440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749808"/>
          </a:xfrm>
          <a:prstGeom prst="roundRect">
            <a:avLst>
              <a:gd name="adj" fmla="val 14634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581144"/>
            <a:ext cx="457200" cy="457200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63040" y="4434840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Used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349240"/>
            <a:ext cx="5257800" cy="749808"/>
          </a:xfrm>
          <a:prstGeom prst="roundRect">
            <a:avLst>
              <a:gd name="adj" fmla="val 14634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5495544"/>
            <a:ext cx="457200" cy="457200"/>
          </a:xfrm>
          <a:prstGeom prst="ellipse">
            <a:avLst/>
          </a:prstGeom>
          <a:solidFill>
            <a:srgbClr val="6C4BC7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495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5349240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55080" y="1691640"/>
            <a:ext cx="5257800" cy="749808"/>
          </a:xfrm>
          <a:prstGeom prst="roundRect">
            <a:avLst>
              <a:gd name="adj" fmla="val 14634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56248" y="1837944"/>
            <a:ext cx="457200" cy="457200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26" name="Text 24"/>
          <p:cNvSpPr/>
          <p:nvPr/>
        </p:nvSpPr>
        <p:spPr>
          <a:xfrm>
            <a:off x="6556248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78040" y="1691640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Workflow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355080" y="2606040"/>
            <a:ext cx="5257800" cy="749808"/>
          </a:xfrm>
          <a:prstGeom prst="roundRect">
            <a:avLst>
              <a:gd name="adj" fmla="val 14634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56248" y="2752344"/>
            <a:ext cx="457200" cy="457200"/>
          </a:xfrm>
          <a:prstGeom prst="ellipse">
            <a:avLst/>
          </a:prstGeom>
          <a:solidFill>
            <a:srgbClr val="6C4BC7"/>
          </a:solidFill>
          <a:ln/>
        </p:spPr>
      </p:sp>
      <p:sp>
        <p:nvSpPr>
          <p:cNvPr id="30" name="Text 28"/>
          <p:cNvSpPr/>
          <p:nvPr/>
        </p:nvSpPr>
        <p:spPr>
          <a:xfrm>
            <a:off x="6556248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78040" y="2606040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Encountered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355080" y="3520440"/>
            <a:ext cx="5257800" cy="749808"/>
          </a:xfrm>
          <a:prstGeom prst="roundRect">
            <a:avLst>
              <a:gd name="adj" fmla="val 14634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56248" y="3666744"/>
            <a:ext cx="457200" cy="457200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34" name="Text 32"/>
          <p:cNvSpPr/>
          <p:nvPr/>
        </p:nvSpPr>
        <p:spPr>
          <a:xfrm>
            <a:off x="6556248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78040" y="3520440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355080" y="4434840"/>
            <a:ext cx="5257800" cy="749808"/>
          </a:xfrm>
          <a:prstGeom prst="roundRect">
            <a:avLst>
              <a:gd name="adj" fmla="val 14634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56248" y="4581144"/>
            <a:ext cx="457200" cy="457200"/>
          </a:xfrm>
          <a:prstGeom prst="ellipse">
            <a:avLst/>
          </a:prstGeom>
          <a:solidFill>
            <a:srgbClr val="6C4BC7"/>
          </a:solidFill>
          <a:ln/>
        </p:spPr>
      </p:sp>
      <p:sp>
        <p:nvSpPr>
          <p:cNvPr id="38" name="Text 36"/>
          <p:cNvSpPr/>
          <p:nvPr/>
        </p:nvSpPr>
        <p:spPr>
          <a:xfrm>
            <a:off x="6556248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78040" y="4434840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841248"/>
          </a:xfrm>
          <a:prstGeom prst="roundRect">
            <a:avLst>
              <a:gd name="adj" fmla="val 13043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47672"/>
            <a:ext cx="420624" cy="420624"/>
          </a:xfrm>
          <a:prstGeom prst="ellipse">
            <a:avLst/>
          </a:prstGeom>
          <a:solidFill>
            <a:srgbClr val="6C4BC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737360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resume screening consumes significant recruiter time.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06624"/>
            <a:ext cx="10881360" cy="841248"/>
          </a:xfrm>
          <a:prstGeom prst="roundRect">
            <a:avLst>
              <a:gd name="adj" fmla="val 13043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916936"/>
            <a:ext cx="420624" cy="420624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16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08760" y="2706624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struggle to understand why resumes are rejected.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675888"/>
            <a:ext cx="10881360" cy="841248"/>
          </a:xfrm>
          <a:prstGeom prst="roundRect">
            <a:avLst>
              <a:gd name="adj" fmla="val 13043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886200"/>
            <a:ext cx="420624" cy="420624"/>
          </a:xfrm>
          <a:prstGeom prst="ellipse">
            <a:avLst/>
          </a:prstGeom>
          <a:solidFill>
            <a:srgbClr val="2FBFA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3675888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ATS systems provide limited feedback.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645152"/>
            <a:ext cx="10881360" cy="841248"/>
          </a:xfrm>
          <a:prstGeom prst="roundRect">
            <a:avLst>
              <a:gd name="adj" fmla="val 13043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855464"/>
            <a:ext cx="420624" cy="420624"/>
          </a:xfrm>
          <a:prstGeom prst="ellipse">
            <a:avLst/>
          </a:prstGeom>
          <a:solidFill>
            <a:srgbClr val="E7A93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855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08760" y="4645152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AI-powered resume evaluation for students.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614416"/>
            <a:ext cx="10881360" cy="841248"/>
          </a:xfrm>
          <a:prstGeom prst="roundRect">
            <a:avLst>
              <a:gd name="adj" fmla="val 13043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824728"/>
            <a:ext cx="420624" cy="420624"/>
          </a:xfrm>
          <a:prstGeom prst="ellipse">
            <a:avLst/>
          </a:prstGeom>
          <a:solidFill>
            <a:srgbClr val="E76A5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824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08760" y="5614416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need automated resume analysis with structured reports.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cloud-native resume analyzer that automatically evaluates uploaded resumes using AI.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42032" cy="1051560"/>
          </a:xfrm>
          <a:prstGeom prst="roundRect">
            <a:avLst>
              <a:gd name="adj" fmla="val 10435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476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E7CF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35000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PDF resume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82112" y="178308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38144" y="1783080"/>
            <a:ext cx="2542032" cy="1051560"/>
          </a:xfrm>
          <a:prstGeom prst="roundRect">
            <a:avLst>
              <a:gd name="adj" fmla="val 10435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02736" y="19476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FBFA6"/>
          </a:solidFill>
          <a:ln/>
        </p:spPr>
      </p:sp>
      <p:sp>
        <p:nvSpPr>
          <p:cNvPr id="12" name="Text 10"/>
          <p:cNvSpPr/>
          <p:nvPr/>
        </p:nvSpPr>
        <p:spPr>
          <a:xfrm>
            <a:off x="3602736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02736" y="235000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stores resume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80176" y="178308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36208" y="1783080"/>
            <a:ext cx="2542032" cy="1051560"/>
          </a:xfrm>
          <a:prstGeom prst="roundRect">
            <a:avLst>
              <a:gd name="adj" fmla="val 10435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9476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7A93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35000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Textract extracts text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78240" y="178308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034272" y="1783080"/>
            <a:ext cx="2542032" cy="1051560"/>
          </a:xfrm>
          <a:prstGeom prst="roundRect">
            <a:avLst>
              <a:gd name="adj" fmla="val 10435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98864" y="19476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C4BC7"/>
          </a:solidFill>
          <a:ln/>
        </p:spPr>
      </p:sp>
      <p:sp>
        <p:nvSpPr>
          <p:cNvPr id="22" name="Text 20"/>
          <p:cNvSpPr/>
          <p:nvPr/>
        </p:nvSpPr>
        <p:spPr>
          <a:xfrm>
            <a:off x="9198864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98864" y="235000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processes content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337560"/>
            <a:ext cx="2542032" cy="1051560"/>
          </a:xfrm>
          <a:prstGeom prst="roundRect">
            <a:avLst>
              <a:gd name="adj" fmla="val 10435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35021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" y="390448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(Claude) analyzes resume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182112" y="333756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438144" y="3337560"/>
            <a:ext cx="2542032" cy="1051560"/>
          </a:xfrm>
          <a:prstGeom prst="roundRect">
            <a:avLst>
              <a:gd name="adj" fmla="val 10435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02736" y="35021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76A5E"/>
          </a:solidFill>
          <a:ln/>
        </p:spPr>
      </p:sp>
      <p:sp>
        <p:nvSpPr>
          <p:cNvPr id="31" name="Text 29"/>
          <p:cNvSpPr/>
          <p:nvPr/>
        </p:nvSpPr>
        <p:spPr>
          <a:xfrm>
            <a:off x="3602736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02736" y="390448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score, strengths, weaknesses, skill gap &amp; suggestions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980176" y="333756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236208" y="3337560"/>
            <a:ext cx="2542032" cy="1051560"/>
          </a:xfrm>
          <a:prstGeom prst="roundRect">
            <a:avLst>
              <a:gd name="adj" fmla="val 10435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35021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FBFA6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0" y="390448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stored in DynamoDB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778240" y="333756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034272" y="3337560"/>
            <a:ext cx="2542032" cy="1051560"/>
          </a:xfrm>
          <a:prstGeom prst="roundRect">
            <a:avLst>
              <a:gd name="adj" fmla="val 10435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98864" y="35021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E7CFF"/>
          </a:solidFill>
          <a:ln/>
        </p:spPr>
      </p:sp>
      <p:sp>
        <p:nvSpPr>
          <p:cNvPr id="41" name="Text 39"/>
          <p:cNvSpPr/>
          <p:nvPr/>
        </p:nvSpPr>
        <p:spPr>
          <a:xfrm>
            <a:off x="9198864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198864" y="390448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on React Web Application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1301984" y="2834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0080" y="2834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02152" cy="1417320"/>
          </a:xfrm>
          <a:prstGeom prst="roundRect">
            <a:avLst>
              <a:gd name="adj" fmla="val 7742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6C4BC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Authentication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98264" y="1737360"/>
            <a:ext cx="3502152" cy="1417320"/>
          </a:xfrm>
          <a:prstGeom prst="roundRect">
            <a:avLst>
              <a:gd name="adj" fmla="val 7742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6864" y="1965960"/>
            <a:ext cx="548640" cy="548640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10" name="Text 8"/>
          <p:cNvSpPr/>
          <p:nvPr/>
        </p:nvSpPr>
        <p:spPr>
          <a:xfrm>
            <a:off x="462686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26864" y="265176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PDF Upload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56448" y="1737360"/>
            <a:ext cx="3502152" cy="1417320"/>
          </a:xfrm>
          <a:prstGeom prst="roundRect">
            <a:avLst>
              <a:gd name="adj" fmla="val 7742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85048" y="1965960"/>
            <a:ext cx="548640" cy="548640"/>
          </a:xfrm>
          <a:prstGeom prst="ellipse">
            <a:avLst/>
          </a:prstGeom>
          <a:solidFill>
            <a:srgbClr val="2FBFA6"/>
          </a:solidFill>
          <a:ln/>
        </p:spPr>
      </p:sp>
      <p:sp>
        <p:nvSpPr>
          <p:cNvPr id="14" name="Text 12"/>
          <p:cNvSpPr/>
          <p:nvPr/>
        </p:nvSpPr>
        <p:spPr>
          <a:xfrm>
            <a:off x="838504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85048" y="265176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Text Extraction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410712"/>
            <a:ext cx="3502152" cy="1417320"/>
          </a:xfrm>
          <a:prstGeom prst="roundRect">
            <a:avLst>
              <a:gd name="adj" fmla="val 7742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639312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639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325112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Analysis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398264" y="3410712"/>
            <a:ext cx="3502152" cy="1417320"/>
          </a:xfrm>
          <a:prstGeom prst="roundRect">
            <a:avLst>
              <a:gd name="adj" fmla="val 7742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26864" y="3639312"/>
            <a:ext cx="548640" cy="548640"/>
          </a:xfrm>
          <a:prstGeom prst="ellipse">
            <a:avLst/>
          </a:prstGeom>
          <a:solidFill>
            <a:srgbClr val="E7A93C"/>
          </a:solidFill>
          <a:ln/>
        </p:spPr>
      </p:sp>
      <p:sp>
        <p:nvSpPr>
          <p:cNvPr id="22" name="Text 20"/>
          <p:cNvSpPr/>
          <p:nvPr/>
        </p:nvSpPr>
        <p:spPr>
          <a:xfrm>
            <a:off x="4626864" y="3639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26864" y="4325112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Score Generation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156448" y="3410712"/>
            <a:ext cx="3502152" cy="1417320"/>
          </a:xfrm>
          <a:prstGeom prst="roundRect">
            <a:avLst>
              <a:gd name="adj" fmla="val 7742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85048" y="3639312"/>
            <a:ext cx="548640" cy="548640"/>
          </a:xfrm>
          <a:prstGeom prst="ellipse">
            <a:avLst/>
          </a:prstGeom>
          <a:solidFill>
            <a:srgbClr val="E76A5E"/>
          </a:solidFill>
          <a:ln/>
        </p:spPr>
      </p:sp>
      <p:sp>
        <p:nvSpPr>
          <p:cNvPr id="26" name="Text 24"/>
          <p:cNvSpPr/>
          <p:nvPr/>
        </p:nvSpPr>
        <p:spPr>
          <a:xfrm>
            <a:off x="8385048" y="3639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85048" y="4325112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Identification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5084064"/>
            <a:ext cx="3502152" cy="1417320"/>
          </a:xfrm>
          <a:prstGeom prst="roundRect">
            <a:avLst>
              <a:gd name="adj" fmla="val 7742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5312664"/>
            <a:ext cx="548640" cy="548640"/>
          </a:xfrm>
          <a:prstGeom prst="ellipse">
            <a:avLst/>
          </a:prstGeom>
          <a:solidFill>
            <a:srgbClr val="6C4BC7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312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5998464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Suggestions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398264" y="5084064"/>
            <a:ext cx="3502152" cy="1417320"/>
          </a:xfrm>
          <a:prstGeom prst="roundRect">
            <a:avLst>
              <a:gd name="adj" fmla="val 7742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26864" y="5312664"/>
            <a:ext cx="548640" cy="548640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34" name="Text 32"/>
          <p:cNvSpPr/>
          <p:nvPr/>
        </p:nvSpPr>
        <p:spPr>
          <a:xfrm>
            <a:off x="4626864" y="5312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26864" y="5998464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History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156448" y="5084064"/>
            <a:ext cx="3502152" cy="1417320"/>
          </a:xfrm>
          <a:prstGeom prst="roundRect">
            <a:avLst>
              <a:gd name="adj" fmla="val 7742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85048" y="5312664"/>
            <a:ext cx="548640" cy="548640"/>
          </a:xfrm>
          <a:prstGeom prst="ellipse">
            <a:avLst/>
          </a:prstGeom>
          <a:solidFill>
            <a:srgbClr val="2FBFA6"/>
          </a:solidFill>
          <a:ln/>
        </p:spPr>
      </p:sp>
      <p:sp>
        <p:nvSpPr>
          <p:cNvPr id="38" name="Text 36"/>
          <p:cNvSpPr/>
          <p:nvPr/>
        </p:nvSpPr>
        <p:spPr>
          <a:xfrm>
            <a:off x="8385048" y="5312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85048" y="5998464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Backend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Services Used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4709160"/>
        </p:xfrm>
        <a:graphic>
          <a:graphicData uri="http://schemas.openxmlformats.org/drawingml/2006/table">
            <a:tbl>
              <a:tblPr/>
              <a:tblGrid>
                <a:gridCol w="4206240"/>
                <a:gridCol w="6675120"/>
              </a:tblGrid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7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Cognito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C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Authentication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C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Resume Files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5E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Lambda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C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Processing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Textract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C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Resume 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5E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Bedrock (Claude)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C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Resume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DynamoDB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C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User Data &amp;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5E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API Gateway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C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C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5E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C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&amp; Logs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9740" y="2788920"/>
            <a:ext cx="777240" cy="777240"/>
          </a:xfrm>
          <a:prstGeom prst="ellipse">
            <a:avLst/>
          </a:prstGeom>
          <a:solidFill>
            <a:srgbClr val="8A93B8"/>
          </a:solidFill>
          <a:ln/>
        </p:spPr>
      </p:sp>
      <p:sp>
        <p:nvSpPr>
          <p:cNvPr id="5" name="Text 3"/>
          <p:cNvSpPr/>
          <p:nvPr/>
        </p:nvSpPr>
        <p:spPr>
          <a:xfrm>
            <a:off x="659740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4272" y="36576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15288" y="2770632"/>
            <a:ext cx="146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1612" y="2788920"/>
            <a:ext cx="777240" cy="777240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9" name="Text 7"/>
          <p:cNvSpPr/>
          <p:nvPr/>
        </p:nvSpPr>
        <p:spPr>
          <a:xfrm>
            <a:off x="1921612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06144" y="36576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(Vite)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877160" y="2770632"/>
            <a:ext cx="146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83484" y="2788920"/>
            <a:ext cx="777240" cy="777240"/>
          </a:xfrm>
          <a:prstGeom prst="ellipse">
            <a:avLst/>
          </a:prstGeom>
          <a:solidFill>
            <a:srgbClr val="6C4BC7"/>
          </a:solidFill>
          <a:ln/>
        </p:spPr>
      </p:sp>
      <p:sp>
        <p:nvSpPr>
          <p:cNvPr id="13" name="Text 11"/>
          <p:cNvSpPr/>
          <p:nvPr/>
        </p:nvSpPr>
        <p:spPr>
          <a:xfrm>
            <a:off x="3183484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68016" y="36576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39032" y="2770632"/>
            <a:ext cx="146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45356" y="2788920"/>
            <a:ext cx="777240" cy="777240"/>
          </a:xfrm>
          <a:prstGeom prst="ellipse">
            <a:avLst/>
          </a:prstGeom>
          <a:solidFill>
            <a:srgbClr val="E7A93C"/>
          </a:solidFill>
          <a:ln/>
        </p:spPr>
      </p:sp>
      <p:sp>
        <p:nvSpPr>
          <p:cNvPr id="17" name="Text 15"/>
          <p:cNvSpPr/>
          <p:nvPr/>
        </p:nvSpPr>
        <p:spPr>
          <a:xfrm>
            <a:off x="4445356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29888" y="36576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00904" y="2770632"/>
            <a:ext cx="146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07228" y="2788920"/>
            <a:ext cx="777240" cy="777240"/>
          </a:xfrm>
          <a:prstGeom prst="ellipse">
            <a:avLst/>
          </a:prstGeom>
          <a:solidFill>
            <a:srgbClr val="E76A5E"/>
          </a:solidFill>
          <a:ln/>
        </p:spPr>
      </p:sp>
      <p:sp>
        <p:nvSpPr>
          <p:cNvPr id="21" name="Text 19"/>
          <p:cNvSpPr/>
          <p:nvPr/>
        </p:nvSpPr>
        <p:spPr>
          <a:xfrm>
            <a:off x="5707228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91760" y="36576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62776" y="2770632"/>
            <a:ext cx="146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69100" y="2788920"/>
            <a:ext cx="777240" cy="777240"/>
          </a:xfrm>
          <a:prstGeom prst="ellipse">
            <a:avLst/>
          </a:prstGeom>
          <a:solidFill>
            <a:srgbClr val="2FBFA6"/>
          </a:solidFill>
          <a:ln/>
        </p:spPr>
      </p:sp>
      <p:sp>
        <p:nvSpPr>
          <p:cNvPr id="25" name="Text 23"/>
          <p:cNvSpPr/>
          <p:nvPr/>
        </p:nvSpPr>
        <p:spPr>
          <a:xfrm>
            <a:off x="6969100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653632" y="36576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Textract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924648" y="2770632"/>
            <a:ext cx="146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30972" y="2788920"/>
            <a:ext cx="777240" cy="7772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9" name="Text 27"/>
          <p:cNvSpPr/>
          <p:nvPr/>
        </p:nvSpPr>
        <p:spPr>
          <a:xfrm>
            <a:off x="8230972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915504" y="36576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(Claude)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86520" y="2770632"/>
            <a:ext cx="146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492844" y="2788920"/>
            <a:ext cx="777240" cy="777240"/>
          </a:xfrm>
          <a:prstGeom prst="ellipse">
            <a:avLst/>
          </a:prstGeom>
          <a:solidFill>
            <a:srgbClr val="2FBFA6"/>
          </a:solidFill>
          <a:ln/>
        </p:spPr>
      </p:sp>
      <p:sp>
        <p:nvSpPr>
          <p:cNvPr id="33" name="Text 31"/>
          <p:cNvSpPr/>
          <p:nvPr/>
        </p:nvSpPr>
        <p:spPr>
          <a:xfrm>
            <a:off x="9492844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77376" y="36576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448392" y="2770632"/>
            <a:ext cx="146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754716" y="2788920"/>
            <a:ext cx="777240" cy="777240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37" name="Text 35"/>
          <p:cNvSpPr/>
          <p:nvPr/>
        </p:nvSpPr>
        <p:spPr>
          <a:xfrm>
            <a:off x="10754716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439248" y="36576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89992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Tier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1432" y="2084832"/>
            <a:ext cx="214884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2858872" y="17830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Serverless Backend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858872" y="2084832"/>
            <a:ext cx="566928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8848192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Tier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848192" y="2084832"/>
            <a:ext cx="228600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640080" y="466344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flows from the client through AWS Cognito authentication, API Gateway, and Lambda, where Textract extracts text and Bedrock (Claude) performs AI analysis before results persist in DynamoDB and S3.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Implementation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02152" cy="960120"/>
          </a:xfrm>
          <a:prstGeom prst="roundRect">
            <a:avLst>
              <a:gd name="adj" fmla="val 11429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345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E7CFF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737360"/>
            <a:ext cx="2633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
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Vite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8264" y="1737360"/>
            <a:ext cx="3502152" cy="960120"/>
          </a:xfrm>
          <a:prstGeom prst="roundRect">
            <a:avLst>
              <a:gd name="adj" fmla="val 11429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62856" y="20345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4BC7"/>
          </a:solidFill>
          <a:ln/>
        </p:spPr>
      </p:sp>
      <p:sp>
        <p:nvSpPr>
          <p:cNvPr id="9" name="Text 7"/>
          <p:cNvSpPr/>
          <p:nvPr/>
        </p:nvSpPr>
        <p:spPr>
          <a:xfrm>
            <a:off x="5084064" y="1737360"/>
            <a:ext cx="2633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
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AWS Lambda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6448" y="1737360"/>
            <a:ext cx="3502152" cy="960120"/>
          </a:xfrm>
          <a:prstGeom prst="roundRect">
            <a:avLst>
              <a:gd name="adj" fmla="val 11429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0" y="20345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FBFA6"/>
          </a:solidFill>
          <a:ln/>
        </p:spPr>
      </p:sp>
      <p:sp>
        <p:nvSpPr>
          <p:cNvPr id="12" name="Text 10"/>
          <p:cNvSpPr/>
          <p:nvPr/>
        </p:nvSpPr>
        <p:spPr>
          <a:xfrm>
            <a:off x="8842248" y="1737360"/>
            <a:ext cx="2633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
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98648"/>
            <a:ext cx="3502152" cy="960120"/>
          </a:xfrm>
          <a:prstGeom prst="roundRect">
            <a:avLst>
              <a:gd name="adj" fmla="val 11429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31958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FBFA6"/>
          </a:solidFill>
          <a:ln/>
        </p:spPr>
      </p:sp>
      <p:sp>
        <p:nvSpPr>
          <p:cNvPr id="15" name="Text 13"/>
          <p:cNvSpPr/>
          <p:nvPr/>
        </p:nvSpPr>
        <p:spPr>
          <a:xfrm>
            <a:off x="1325880" y="2898648"/>
            <a:ext cx="2633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
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98264" y="2898648"/>
            <a:ext cx="3502152" cy="960120"/>
          </a:xfrm>
          <a:prstGeom prst="roundRect">
            <a:avLst>
              <a:gd name="adj" fmla="val 11429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62856" y="31958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7A93C"/>
          </a:solidFill>
          <a:ln/>
        </p:spPr>
      </p:sp>
      <p:sp>
        <p:nvSpPr>
          <p:cNvPr id="18" name="Text 16"/>
          <p:cNvSpPr/>
          <p:nvPr/>
        </p:nvSpPr>
        <p:spPr>
          <a:xfrm>
            <a:off x="5084064" y="2898648"/>
            <a:ext cx="2633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
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56448" y="2898648"/>
            <a:ext cx="3502152" cy="960120"/>
          </a:xfrm>
          <a:prstGeom prst="roundRect">
            <a:avLst>
              <a:gd name="adj" fmla="val 11429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31958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8842248" y="2898648"/>
            <a:ext cx="2633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
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288536"/>
            <a:ext cx="10881360" cy="1600200"/>
          </a:xfrm>
          <a:prstGeom prst="roundRect">
            <a:avLst>
              <a:gd name="adj" fmla="val 6857"/>
            </a:avLst>
          </a:prstGeom>
          <a:solidFill>
            <a:srgbClr val="231A45">
              <a:alpha val="85000"/>
            </a:srgbClr>
          </a:solidFill>
          <a:ln w="9525">
            <a:solidFill>
              <a:srgbClr val="E7A9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4531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STATUS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791456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implementation completed successfully.
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deployment was partially restricted due to learner account permission limitations (AccessDeniedException).
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design and deployment workflow were completed successfully.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960120"/>
          </a:xfrm>
          <a:prstGeom prst="roundRect">
            <a:avLst>
              <a:gd name="adj" fmla="val 11429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07108"/>
            <a:ext cx="420624" cy="420624"/>
          </a:xfrm>
          <a:prstGeom prst="ellipse">
            <a:avLst/>
          </a:prstGeom>
          <a:solidFill>
            <a:srgbClr val="6C4B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071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737360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Resume Analysis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737360"/>
            <a:ext cx="5257800" cy="960120"/>
          </a:xfrm>
          <a:prstGeom prst="roundRect">
            <a:avLst>
              <a:gd name="adj" fmla="val 11429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56248" y="2007108"/>
            <a:ext cx="420624" cy="420624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10" name="Text 8"/>
          <p:cNvSpPr/>
          <p:nvPr/>
        </p:nvSpPr>
        <p:spPr>
          <a:xfrm>
            <a:off x="6556248" y="20071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78040" y="1737360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Version Comparison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898648"/>
            <a:ext cx="5257800" cy="960120"/>
          </a:xfrm>
          <a:prstGeom prst="roundRect">
            <a:avLst>
              <a:gd name="adj" fmla="val 11429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3168396"/>
            <a:ext cx="420624" cy="420624"/>
          </a:xfrm>
          <a:prstGeom prst="ellipse">
            <a:avLst/>
          </a:prstGeom>
          <a:solidFill>
            <a:srgbClr val="2FBFA6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1683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2898648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Compatibility Score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55080" y="2898648"/>
            <a:ext cx="5257800" cy="960120"/>
          </a:xfrm>
          <a:prstGeom prst="roundRect">
            <a:avLst>
              <a:gd name="adj" fmla="val 11429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6248" y="3168396"/>
            <a:ext cx="420624" cy="420624"/>
          </a:xfrm>
          <a:prstGeom prst="ellipse">
            <a:avLst/>
          </a:prstGeom>
          <a:solidFill>
            <a:srgbClr val="E7A93C"/>
          </a:solidFill>
          <a:ln/>
        </p:spPr>
      </p:sp>
      <p:sp>
        <p:nvSpPr>
          <p:cNvPr id="18" name="Text 16"/>
          <p:cNvSpPr/>
          <p:nvPr/>
        </p:nvSpPr>
        <p:spPr>
          <a:xfrm>
            <a:off x="6556248" y="31683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78040" y="2898648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Recommendation Engine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059936"/>
            <a:ext cx="5257800" cy="960120"/>
          </a:xfrm>
          <a:prstGeom prst="roundRect">
            <a:avLst>
              <a:gd name="adj" fmla="val 11429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329684"/>
            <a:ext cx="420624" cy="420624"/>
          </a:xfrm>
          <a:prstGeom prst="ellipse">
            <a:avLst/>
          </a:prstGeom>
          <a:solidFill>
            <a:srgbClr val="6C4BC7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3296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4059936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Generator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55080" y="4059936"/>
            <a:ext cx="5257800" cy="960120"/>
          </a:xfrm>
          <a:prstGeom prst="roundRect">
            <a:avLst>
              <a:gd name="adj" fmla="val 11429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56248" y="4329684"/>
            <a:ext cx="420624" cy="420624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26" name="Text 24"/>
          <p:cNvSpPr/>
          <p:nvPr/>
        </p:nvSpPr>
        <p:spPr>
          <a:xfrm>
            <a:off x="6556248" y="43296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78040" y="4059936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5221224"/>
            <a:ext cx="5257800" cy="960120"/>
          </a:xfrm>
          <a:prstGeom prst="roundRect">
            <a:avLst>
              <a:gd name="adj" fmla="val 11429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" y="5490972"/>
            <a:ext cx="420624" cy="420624"/>
          </a:xfrm>
          <a:prstGeom prst="ellipse">
            <a:avLst/>
          </a:prstGeom>
          <a:solidFill>
            <a:srgbClr val="2FBFA6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54909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63040" y="5221224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Integration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55080" y="5221224"/>
            <a:ext cx="5257800" cy="960120"/>
          </a:xfrm>
          <a:prstGeom prst="roundRect">
            <a:avLst>
              <a:gd name="adj" fmla="val 11429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56248" y="5490972"/>
            <a:ext cx="420624" cy="420624"/>
          </a:xfrm>
          <a:prstGeom prst="ellipse">
            <a:avLst/>
          </a:prstGeom>
          <a:solidFill>
            <a:srgbClr val="E7A93C"/>
          </a:solidFill>
          <a:ln/>
        </p:spPr>
      </p:sp>
      <p:sp>
        <p:nvSpPr>
          <p:cNvPr id="34" name="Text 32"/>
          <p:cNvSpPr/>
          <p:nvPr/>
        </p:nvSpPr>
        <p:spPr>
          <a:xfrm>
            <a:off x="6556248" y="54909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78040" y="5221224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56816"/>
            <a:ext cx="365760" cy="365760"/>
          </a:xfrm>
          <a:prstGeom prst="ellipse">
            <a:avLst/>
          </a:prstGeom>
          <a:solidFill>
            <a:srgbClr val="2FBF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AI-powered Resume Analysis.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798064"/>
            <a:ext cx="365760" cy="365760"/>
          </a:xfrm>
          <a:prstGeom prst="ellipse">
            <a:avLst/>
          </a:prstGeom>
          <a:solidFill>
            <a:srgbClr val="2FBFA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262432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AWS Architecture.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465576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639312"/>
            <a:ext cx="365760" cy="365760"/>
          </a:xfrm>
          <a:prstGeom prst="ellipse">
            <a:avLst/>
          </a:prstGeom>
          <a:solidFill>
            <a:srgbClr val="2FBFA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3465576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Storage.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306824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480560"/>
            <a:ext cx="365760" cy="365760"/>
          </a:xfrm>
          <a:prstGeom prst="ellipse">
            <a:avLst/>
          </a:prstGeom>
          <a:solidFill>
            <a:srgbClr val="2FBFA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63040" y="4306824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Resume Evaluation.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148072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321808"/>
            <a:ext cx="365760" cy="365760"/>
          </a:xfrm>
          <a:prstGeom prst="ellipse">
            <a:avLst/>
          </a:prstGeom>
          <a:solidFill>
            <a:srgbClr val="2FBFA6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5148072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Cloud-Native Design.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5989320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1B2350">
              <a:alpha val="75000"/>
            </a:srgbClr>
          </a:solidFill>
          <a:ln w="9525">
            <a:solidFill>
              <a:srgbClr val="3A43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6163056"/>
            <a:ext cx="365760" cy="365760"/>
          </a:xfrm>
          <a:prstGeom prst="ellipse">
            <a:avLst/>
          </a:prstGeom>
          <a:solidFill>
            <a:srgbClr val="2FBFA6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6163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63040" y="5989320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practical integration of AI with AWS Cloud Services.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377440"/>
            <a:ext cx="5943600" cy="5943600"/>
          </a:xfrm>
          <a:prstGeom prst="ellipse">
            <a:avLst/>
          </a:prstGeom>
          <a:solidFill>
            <a:srgbClr val="6C4BC7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06240"/>
            <a:ext cx="4754880" cy="4754880"/>
          </a:xfrm>
          <a:prstGeom prst="ellipse">
            <a:avLst/>
          </a:prstGeom>
          <a:solidFill>
            <a:srgbClr val="3E7CFF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F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Uday Kiran · M. Siva Sai Nikhil · R. Guru Brahma Chari · M. Soma Sekhara Chari · M. Lakshmana Chari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2026-07-13T06:50:47Z</dcterms:created>
  <dcterms:modified xsi:type="dcterms:W3CDTF">2026-07-13T06:50:47Z</dcterms:modified>
</cp:coreProperties>
</file>